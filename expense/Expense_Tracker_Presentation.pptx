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Expense Tracker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 Design &amp; Working Principle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Expense tracking helps manage daily spending.</a:t>
            </a:r>
          </a:p>
          <a:p>
            <a:r>
              <a:t>Simple UI improves usability.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Clean UI</a:t>
            </a:r>
          </a:p>
          <a:p>
            <a:r>
              <a:t>Easy input</a:t>
            </a:r>
          </a:p>
          <a:p>
            <a:r>
              <a:t>Organized display</a:t>
            </a:r>
          </a:p>
          <a:p>
            <a:r>
              <a:t>Visual charts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HTML</a:t>
            </a:r>
          </a:p>
          <a:p>
            <a:r>
              <a:t>CSS</a:t>
            </a:r>
          </a:p>
          <a:p>
            <a:r>
              <a:t>Chart.js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UI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 Form</a:t>
            </a:r>
          </a:p>
          <a:p>
            <a:r>
              <a:t>Filters</a:t>
            </a:r>
          </a:p>
          <a:p>
            <a:r>
              <a:t>Table</a:t>
            </a:r>
          </a:p>
          <a:p>
            <a:r>
              <a:t>Chart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HTML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Forms</a:t>
            </a:r>
          </a:p>
          <a:p>
            <a:r>
              <a:t>Table</a:t>
            </a:r>
          </a:p>
          <a:p>
            <a:r>
              <a:t>Canvas for chart</a:t>
            </a:r>
          </a:p>
          <a:p>
            <a:r>
              <a:t>Container layout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CSS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Modern UI</a:t>
            </a:r>
          </a:p>
          <a:p>
            <a:r>
              <a:t>Responsive design</a:t>
            </a:r>
          </a:p>
          <a:p>
            <a:r>
              <a:t>Styled elements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Chart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Chart.js used</a:t>
            </a:r>
          </a:p>
          <a:p>
            <a:r>
              <a:t>Category-wise display</a:t>
            </a:r>
          </a:p>
          <a:p>
            <a:r>
              <a:t>Doughnut chart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Input → Display → Filter → Chart Update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Add/Delete expense</a:t>
            </a:r>
          </a:p>
          <a:p>
            <a:r>
              <a:t>Filter</a:t>
            </a:r>
          </a:p>
          <a:p>
            <a:r>
              <a:t>Total calculation</a:t>
            </a:r>
          </a:p>
          <a:p>
            <a:r>
              <a:t>Charts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Simple</a:t>
            </a:r>
          </a:p>
          <a:p>
            <a:r>
              <a:t>Clean</a:t>
            </a:r>
          </a:p>
          <a:p>
            <a:r>
              <a:t>Interactive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Easy</a:t>
            </a:r>
          </a:p>
          <a:p>
            <a:r>
              <a:t>Lightweight</a:t>
            </a:r>
          </a:p>
          <a:p>
            <a:r>
              <a:t>Informative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Dark mode</a:t>
            </a:r>
          </a:p>
          <a:p>
            <a:r>
              <a:t>Mobile app</a:t>
            </a:r>
          </a:p>
          <a:p>
            <a:r>
              <a:t>More charts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Effective frontend project</a:t>
            </a:r>
          </a:p>
          <a:p>
            <a:r>
              <a:t>Good visualization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